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904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2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17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 : 20/08/2026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/>
        </p:nvGraphicFramePr>
        <p:xfrm>
          <a:off x="7296150" y="4575211"/>
          <a:ext cx="5142096" cy="18619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42096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8619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             Roll Number: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Syed Musaib,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2420090109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N.Girish</a:t>
                      </a: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Reddy,  2420030125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Anil,                     2420030130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213726" y="4446049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/>
        </p:nvGraphicFramePr>
        <p:xfrm>
          <a:off x="-795813" y="4774125"/>
          <a:ext cx="5902325" cy="1610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Neelima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Gogineni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Date: 20/08/2026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LibraGent</a:t>
            </a: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 Agentic AI-Driven Smart Library Ecosystem for Equitable Access to Learning Resources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3200" b="1" dirty="0">
                <a:latin typeface="Times New Roman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83254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000" y="15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F6CB4"/>
                </a:solidFill>
              </a:rPr>
              <a:t>•  </a:t>
            </a:r>
            <a:r>
              <a:rPr sz="1900">
                <a:solidFill>
                  <a:srgbClr val="333333"/>
                </a:solidFill>
              </a:rPr>
              <a:t>University and public libraries hold vast, fast-growing collections of physical and digital learning resources, yet students frequently cannot find material that matches their course, topic, or skill level.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F6CB4"/>
                </a:solidFill>
              </a:rPr>
              <a:t>•  </a:t>
            </a:r>
            <a:r>
              <a:rPr sz="1900">
                <a:solidFill>
                  <a:srgbClr val="333333"/>
                </a:solidFill>
              </a:rPr>
              <a:t>Existing library search interfaces are keyword-based catalog lookups — they do not understand learner intent, cannot suggest a learning path, and do not adapt to a student's academic context.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F6CB4"/>
                </a:solidFill>
              </a:rPr>
              <a:t>•  </a:t>
            </a:r>
            <a:r>
              <a:rPr sz="1900">
                <a:solidFill>
                  <a:srgbClr val="333333"/>
                </a:solidFill>
              </a:rPr>
              <a:t>Access to paid e-books, journals, and premium learning material is uneven across institutions and student groups, creating a real equity gap in who can reach quality learning resources.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900" b="1">
                <a:solidFill>
                  <a:srgbClr val="0F6CB4"/>
                </a:solidFill>
              </a:rPr>
              <a:t>•  </a:t>
            </a:r>
            <a:r>
              <a:rPr sz="1900">
                <a:solidFill>
                  <a:srgbClr val="333333"/>
                </a:solidFill>
              </a:rPr>
              <a:t>No existing library system autonomously curates, recommends, and organizes resources across formats and sources for each individual learner — resource discovery still depends on the student's own search effort.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000" y="150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Design an agentic AI architecture that autonomously searches, filters, and curates learning resources (books, e-books, papers, OER, videos) matched to a student's course and proficiency level.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Build a unified smart library ecosystem that integrates catalog data, open educational resources (OER), and institutional repositories into a single retrieval layer.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Provide personalized, context-aware recommendations using retrieval-augmented generation (RAG) over the library's knowledge base.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Promote equitable access by detecting gaps in resource availability for underserved students or departments and surfacing free or open alternatives.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Automate routine library tasks — reservations, renewals, availability alerts, and reading-list generation — through autonomous agents.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Evaluate the system's effect on resource discoverability, learning outcomes, and access equity compared with conventional catalog search.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00" b="0"/>
                        <a:t>Wang, N.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Using Agentic AI to Enhance the Quality of Academic Libraries' Responses for Student Queries, Proc. ASIS&amp;T,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Agentic AI framework built on an OpenAI reasoning LLM, applied to FAQ data from a university library website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Agentic AI improves the timeliness, accuracy, and targeting of student query responses and identifies which query types suit AI assistance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Limited to FAQ-style query answering for one library; does not address proactive resource recommendation or multi-agent coordination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00" b="0"/>
                        <a:t>Ayinde, Ebiefung &amp; Oladokun [2]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Agentic Artificial Intelligence in Libraries: Implications for Academic Libraries and Future Research, Library Hi Tech News, 2026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Qualitative review of agentic AI use cases, required librarian skills, and ethical considerations in academic libraries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Highlights key use cases and argues librarians need agentic-AI literacy; flags accountability, privacy, and equity as open ethical concerns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Conceptual review with no implemented system; calls for future empirical, deployed agentic AI research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000" b="0"/>
                        <a:t>Ragab, Almuhammadi, Mansour &amp; Kadry [3]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NLP with Deep-Learning-Enabled Hybrid Content Retrieval Model for Digital Library Management, Expert Systems, 2024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Hybrid deep-learning-based NLP model for content retrieval in digital library management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Improves retrieval accuracy of digital library content through hybrid NLP-driven retrieval techniques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sz="1000" b="0"/>
                        <a:t>Focuses on retrieval accuracy only; no personalization, equity awareness, or autonomous agent-based curation — the gap LibraGent targets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000" y="16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Conventional library systems (OPACs) rely on static keyword search; no deployed system pairs multi-step agentic reasoning with personalized resource curation.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Recent agentic-AI-in-libraries work (Wang, 2025) improves FAQ-style query answering but stops at question answering — it does not proactively recommend or curate a learning path.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Review-level studies (Ayinde et al., 2026) map out use cases and skills needed for agentic AI in libraries but stop at a conceptual level, without an implemented, evaluated system.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Hybrid NLP retrieval models (Ragab et al., 2024) raise retrieval accuracy but do not personalize to learner level or actively substitute free/open resources for students lacking paid access.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Gap: an agentic, equity-aware, personalized library ecosystem that unifies discovery, recommendation, and access-equity monitoring in one system is still missing — this is what LibraGent addresses.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6000" y="1650000"/>
            <a:ext cx="108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Multi-agent architecture: dedicated agents for search, curation, recommendation, and equity-monitoring coordinate autonomously, instead of one monolithic chatbot handling every task.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RAG-based semantic understanding of catalog metadata and learner queries, going beyond keyword-based OPAC search to true intent-level matching.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Equity-first design: a dedicated Access-Gap Agent flags students or courses with limited resource access and automatically substitutes open educational resources.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Proactive, not reactive: agents monitor a learner's course/syllabus progression and push resource suggestions instead of waiting for the student to search.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0F6CB4"/>
                </a:solidFill>
              </a:rPr>
              <a:t>•  </a:t>
            </a:r>
            <a:r>
              <a:rPr sz="1800">
                <a:solidFill>
                  <a:srgbClr val="333333"/>
                </a:solidFill>
              </a:rPr>
              <a:t>Explainable recommendations — every suggestion is paired with a short, source-grounded rationale so students and librarians can trust and verify it.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0116039" cy="7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Technical &amp; economic feasibility: LibraGent is built entirely on open-source LLM tooling, public OER/catalog datasets, and a standard web + vector-database stack, so it can be developed and evaluated within the timeline below at minimal cost.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6000" y="2500000"/>
          <a:ext cx="10800000" cy="4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5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F6C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Duration</a:t>
                      </a:r>
                    </a:p>
                  </a:txBody>
                  <a:tcPr>
                    <a:solidFill>
                      <a:srgbClr val="1F6C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Key Activities</a:t>
                      </a:r>
                    </a:p>
                  </a:txBody>
                  <a:tcPr>
                    <a:solidFill>
                      <a:srgbClr val="1F6C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Requirement analysis, problem definition, and literature survey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Data collection: library catalog, OER repositories, sample syllabi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5-7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Design agentic architecture (search, curation, recommendation, equity agents) and RAG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8-10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Implement core agents and integrate with the library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Build the student-facing recommendation dashboard (UI)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13-14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Testing, evaluation against baseline keyword search, and equity-gap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Phase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Weeks 15-16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</a:rPr>
                        <a:t>Documentation, report writing, and final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1072</Words>
  <Application>Microsoft Office PowerPoint</Application>
  <PresentationFormat>Widescreen</PresentationFormat>
  <Paragraphs>117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srikanth ch</dc:creator>
  <cp:lastModifiedBy>girish reddy</cp:lastModifiedBy>
  <cp:revision>33</cp:revision>
  <dcterms:created xsi:type="dcterms:W3CDTF">2026-08-08T06:33:56Z</dcterms:created>
  <dcterms:modified xsi:type="dcterms:W3CDTF">2026-09-17T08:49:46Z</dcterms:modified>
</cp:coreProperties>
</file>